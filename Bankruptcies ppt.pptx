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063D3-EE1A-4A0A-BE99-A1A7E81080D9}" v="1" dt="2026-04-28T13:40:58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tan patel" userId="13972b8a4c22ad6f" providerId="LiveId" clId="{63C3CDF0-ABA6-4B2B-B26A-40DD8F704E1A}"/>
    <pc:docChg chg="modSld">
      <pc:chgData name="kirtan patel" userId="13972b8a4c22ad6f" providerId="LiveId" clId="{63C3CDF0-ABA6-4B2B-B26A-40DD8F704E1A}" dt="2026-04-28T13:41:02.802" v="48" actId="20577"/>
      <pc:docMkLst>
        <pc:docMk/>
      </pc:docMkLst>
      <pc:sldChg chg="modSp mod">
        <pc:chgData name="kirtan patel" userId="13972b8a4c22ad6f" providerId="LiveId" clId="{63C3CDF0-ABA6-4B2B-B26A-40DD8F704E1A}" dt="2026-04-28T13:30:32.943" v="9" actId="20577"/>
        <pc:sldMkLst>
          <pc:docMk/>
          <pc:sldMk cId="1538147231" sldId="256"/>
        </pc:sldMkLst>
        <pc:spChg chg="mod">
          <ac:chgData name="kirtan patel" userId="13972b8a4c22ad6f" providerId="LiveId" clId="{63C3CDF0-ABA6-4B2B-B26A-40DD8F704E1A}" dt="2026-04-28T13:30:32.943" v="9" actId="20577"/>
          <ac:spMkLst>
            <pc:docMk/>
            <pc:sldMk cId="1538147231" sldId="256"/>
            <ac:spMk id="3" creationId="{67D87C51-0980-3C0C-0128-CD9736048D50}"/>
          </ac:spMkLst>
        </pc:spChg>
      </pc:sldChg>
      <pc:sldChg chg="modSp mod">
        <pc:chgData name="kirtan patel" userId="13972b8a4c22ad6f" providerId="LiveId" clId="{63C3CDF0-ABA6-4B2B-B26A-40DD8F704E1A}" dt="2026-04-28T13:41:02.802" v="48" actId="20577"/>
        <pc:sldMkLst>
          <pc:docMk/>
          <pc:sldMk cId="767260382" sldId="257"/>
        </pc:sldMkLst>
        <pc:spChg chg="mod">
          <ac:chgData name="kirtan patel" userId="13972b8a4c22ad6f" providerId="LiveId" clId="{63C3CDF0-ABA6-4B2B-B26A-40DD8F704E1A}" dt="2026-04-28T13:41:02.802" v="48" actId="20577"/>
          <ac:spMkLst>
            <pc:docMk/>
            <pc:sldMk cId="767260382" sldId="257"/>
            <ac:spMk id="3" creationId="{ECEAA360-336E-4C4D-A16A-CDB02F427F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7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62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5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60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76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10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6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30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9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844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8802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595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913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214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02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5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15753A2-49CC-49D7-9AEE-439CC497E0B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0987315-5F9C-466E-90DA-9199DB172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9341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7FC4-51A2-77C3-BB64-AB260015F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651268" cy="2468161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Spinnaker Analytics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Company Bankruptcies 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87C51-0980-3C0C-0128-CD9736048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237701"/>
            <a:ext cx="9651268" cy="1828802"/>
          </a:xfrm>
        </p:spPr>
        <p:txBody>
          <a:bodyPr/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Kirtan Patel</a:t>
            </a:r>
          </a:p>
          <a:p>
            <a:pPr algn="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April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8147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8702-F878-D6B1-8BB6-27C638CE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2" y="206477"/>
            <a:ext cx="10431815" cy="860323"/>
          </a:xfrm>
        </p:spPr>
        <p:txBody>
          <a:bodyPr/>
          <a:lstStyle/>
          <a:p>
            <a:pPr algn="l"/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AA360-336E-4C4D-A16A-CDB02F427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97" y="1307689"/>
            <a:ext cx="10323660" cy="448351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dataset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26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55B8-49A0-6291-A6B2-DDD02808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2" y="186813"/>
            <a:ext cx="10431815" cy="963561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0BC8-9E5E-B064-4EB2-029F4775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219201"/>
            <a:ext cx="10431815" cy="4572000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predicting corporate bankruptcy using a financial dataset.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6819 companies and 96 financial features, including profitability, liquidity, and debt ratios.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build a machine learning model to accurately classify companies as bankrupt or non-bankrupt.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techniques were applied to handle class imbalance, remove redundant features, and scale the data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methods such as variance thresholding and correlation analysis were used to improve model efficiency.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models were implemented and compared for performance.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data-driven approaches can help identify financially distressed companies and support better decision-making.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3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D27E-8CE2-280C-F1C7-0743C99B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13" y="117987"/>
            <a:ext cx="10471144" cy="948813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23370-5D07-04F5-B1AC-FC5E030CE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13" y="1229033"/>
            <a:ext cx="10471144" cy="456216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machine learning model that accurately predicts whether a company will go bankrupt or not.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financial indicators such as profitability, liquidity, and leverage to identify key risk factors.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handle class imbalance using techniques like SMOTE to improve prediction of minority (bankrupt) cases.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feature selection and preprocessing to enhance model efficiency and reduce redundancy.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multiple machine learning models and select the best-performing one.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model performance using evaluation metrics such as recall, precision, and F1-score.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reliable system that helps in early detection of financially distressed companies.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6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1CEE-83BC-7672-291A-E23436FFC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91" y="88490"/>
            <a:ext cx="10645266" cy="1061884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9C615-B8BB-280E-5D91-C184586AE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71717"/>
            <a:ext cx="7423355" cy="5176684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6819 observations and 96 features, representing financial information of companies.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various financial ratios such as profitability, liquidity, leverage, and efficiency indicators.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‘Bankrupt?’ is binary, where 1 indicates bankrupt and 0 indicates non-bankrupt.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highly imbalanced, with a significantly higher number of non-bankrupt companies.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features are continuous numerical variables, with varying scales and distributions.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high skewness and presence of outliers, common in financial data.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features are highly correlated, indicating redundancy and the need for feature selection.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does not contain categorical variables, making it suitable for direct use in machine learning models after preprocessing.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8B71E-AC9C-FC11-A5EB-8AD2D9CAE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686" y="2119014"/>
            <a:ext cx="3305010" cy="261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9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3D13-928F-A283-2B63-1A4CC9E4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206476"/>
            <a:ext cx="10530138" cy="860323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CBFCD-1C39-C6CA-4A7A-01FB9374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1188718"/>
            <a:ext cx="6725265" cy="4602482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and handled missing values to ensure data quality and consistency.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low-variance features that do not contribute meaningful information to the model.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highly correlated features to reduce redundancy and multicollinearity.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feature scaling (Standardization) to handle differences in feature magnitudes.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Addressed class imbalance using SMOTE (Synthetic Minority Oversampling Technique).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training and testing sets using stratified sampling to maintain class distribution.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feature selection to improve model performance and reduce complexity.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dataset for machine learning models by ensuring it is clean, balanced, and optimized.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7899C-2B43-5F47-701C-D4F31AC8C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271" y="1257544"/>
            <a:ext cx="3728594" cy="460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8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652E-DC96-11A2-F970-236233D2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2" y="0"/>
            <a:ext cx="10431815" cy="103730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Analysis(EDA)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8D635-E7BE-E39C-4020-719C54FAE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3" y="1037303"/>
            <a:ext cx="7305368" cy="4783394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initial data analysis to understand the structure, distribution, and relationships within the dataset.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that the dataset is highly imbalanced, with significantly fewer bankrupt companies.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feature distributions and found skewness and presence of outliers in many financial variables.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correlation heatmap to detect highly correlated features and reduce redundancy.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data using plots such as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countplot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heatmap, violin plots,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pairplots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that many features show overlapping patterns between classes, indicating complex relationships.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features influencing bankruptcy using feature importance techniques.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EDA helped guide feature selection, scaling, and model choice.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106C84-9983-E89D-0E7B-3DF5389A7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385" y="653845"/>
            <a:ext cx="3231760" cy="2660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D03D8C-E6AE-961E-61AF-4DCA46A87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385" y="3543757"/>
            <a:ext cx="3303641" cy="26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3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6FBE-8240-4C48-3F57-CB716536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7819"/>
            <a:ext cx="10353762" cy="93898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E305D5-FED1-0833-B9BC-006593CB4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21" y="1462491"/>
            <a:ext cx="8298424" cy="488914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67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2F94-5FD7-4D13-9BD8-3293DBF5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" y="226142"/>
            <a:ext cx="10461312" cy="91931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F25D-4381-C99F-CBA6-3ACB60E3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45" y="1145459"/>
            <a:ext cx="6253316" cy="4567084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classification models were implemented to evaluate performance on bankruptcy prediction.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served as a baseline model but showed limited performance due to its assumption of linear relationships.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improved performance by capturing non-linear patterns and reducing overfitting through ensemble learning.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with oversampling outperformed all other models due to its advanced boosting technique and ability to handle complex feature interactions.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was evaluated using metrics such as accuracy, precision, recall, and F1-score.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focus was given to recall, as correctly identifying bankrupt companies is more critical.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oversampling achieved the best balance between precision and recall, making it the most reliable model.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F9568-9217-2B2F-CA39-1830C463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697" y="1572425"/>
            <a:ext cx="4403450" cy="37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52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B617-30E8-4EFC-AD1D-C2DF923C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" y="285135"/>
            <a:ext cx="10451480" cy="92423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963D-2D9C-CD82-1E1D-B2D9E34E3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077" y="1337187"/>
            <a:ext cx="6764594" cy="4454013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 was performed using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to identify the most influential variables in predicting bankruptcy.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understanding which financial indicators contribute most to the model’s decisions.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important features include key financial ratios related to profitability, liquidity, and debt management.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cash flow, total assets, debt ratio, and operating margins showed strong influence on bankruptcy prediction.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less important or redundant features were removed to improve model efficiency and reduce complexity.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also improves model interpretability, making results easier to explain.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40A67-EB58-06EA-CE98-131AA8D7D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130" y="1909916"/>
            <a:ext cx="4238419" cy="30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30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36AC-85A4-8481-BC92-3C412246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6" y="78658"/>
            <a:ext cx="10461312" cy="107171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0785B-2A3E-F299-150A-C7EAF044C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245" y="1150375"/>
            <a:ext cx="10461312" cy="464082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 machine learning model to predict corporate bankruptcy using financial data.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highly imbalanced, which was effectively handled using SMOTE oversampling.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selection helped improve model performance and reduce redundancy.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models were evaluated, including Logistic Regression and Random Forest.</a:t>
            </a: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with oversampling outperformed all models, providing the best results in terms of recall and overall performance.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able to capture complex patterns in financial data and improve prediction accuracy.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demonstrate that machine learning can be effectively used for early detection of financially distressed companies.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18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BCE0-3CE5-504E-92B2-ED6A654D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22767-91EA-990D-C4EB-169F7A89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7" y="2497394"/>
            <a:ext cx="10274499" cy="3293806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7200" dirty="0"/>
              <a:t>THANKYOU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6743080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48</TotalTime>
  <Words>964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Calisto MT</vt:lpstr>
      <vt:lpstr>Times New Roman</vt:lpstr>
      <vt:lpstr>Wingdings 2</vt:lpstr>
      <vt:lpstr>Slate</vt:lpstr>
      <vt:lpstr>  Spinnaker Analytics    Topic: Predicting Company Bankruptcies  </vt:lpstr>
      <vt:lpstr>AGENDA</vt:lpstr>
      <vt:lpstr>Introduction</vt:lpstr>
      <vt:lpstr>Project Objective</vt:lpstr>
      <vt:lpstr>Overview Of Dataset</vt:lpstr>
      <vt:lpstr>Data Preprocessing</vt:lpstr>
      <vt:lpstr>Exploratory Data Analysis(EDA)</vt:lpstr>
      <vt:lpstr>Model Implementation</vt:lpstr>
      <vt:lpstr>Model Comparison</vt:lpstr>
      <vt:lpstr>Feature Importance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kirtan patel</dc:creator>
  <cp:lastModifiedBy>kirtan patel</cp:lastModifiedBy>
  <cp:revision>1</cp:revision>
  <dcterms:created xsi:type="dcterms:W3CDTF">2026-04-28T12:37:13Z</dcterms:created>
  <dcterms:modified xsi:type="dcterms:W3CDTF">2026-04-28T13:41:06Z</dcterms:modified>
</cp:coreProperties>
</file>